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L_NESYPROOF</a:t>
            </a:r>
          </a:p>
          <a:p>
            <a:r>
              <a:t>Tier: TIER_5_WORLD_NEURO_EMBODIED</a:t>
            </a:r>
          </a:p>
          <a:p>
            <a:r>
              <a:t>Identity: Upstream o2alexanderfedin/provenance-neurosymbolic-verification @ b9be6c805fc3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o2alexanderfedin/provenance-neurosymbolic-verification |</a:t>
            </a:r>
          </a:p>
          <a:p>
            <a:r>
              <a:t>| Commit | b9be6c805fc36ca90518614d40d5f25ad37e76d5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L_NESYPROOF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